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Keep the opening light and memorable. This deck should feel accessible to mixed engineering audiences without flattening the ideas into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The point is to make the topic feel real without turning the session into a policy announcement. This should sound like a useful conversation, not a mandated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is the framing slide. It gives the audience a simple, clear way to interpret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Keep this memorable. This deck is meant to socialize the stance, not explain every edge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The audience should leave feeling they know where to begin, not just what to believe.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slide helps the audience spot recognizable traps without overwhelming them with too much framework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slide should leave people with a positive picture of what “good” looks like. It balances the caution in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is the practical behavior-change slide. The audience should feel they can try this without waiting for a full organizational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Close by pointing people to the next layer. This deck should create interest and alignment, not try to teach the full operating model in one brown-bag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051560"/>
            <a:ext cx="9875520" cy="123444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3200" b="1">
                <a:solidFill>
                  <a:srgbClr val="F8FAFC"/>
                </a:solidFill>
                <a:latin typeface="Aptos Display"/>
              </a:rPr>
              <a:t>Paired Engineering with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8992" y="2331720"/>
            <a:ext cx="7955279" cy="109728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000" b="0">
                <a:solidFill>
                  <a:srgbClr val="F8FAFC"/>
                </a:solidFill>
                <a:latin typeface="Aptos"/>
              </a:rPr>
              <a:t>A practical operating model for AI enablement in software delivery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64592" cy="2240280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89788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D79A46"/>
                </a:solidFill>
                <a:latin typeface="Aptos"/>
              </a:rPr>
              <a:t>Paired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AI is already in the delivery system, whether we name it or not.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people are already experimenting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rollout quality matters more than novelty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tool access does not automatically create good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The best question is not should we use AI at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no AI leaves useful help on the table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blind delegation creates shallow speed and hidden risk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paired engineering is the useful middle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Ask, compare, verify, revise, learn.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AI helps with understanding and options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people stay responsible for judgment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verification is part of the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Start where the work is bounded and the feedback loop is real.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Good starter workflows: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code explanation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bounded debugging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unit test drafting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failure triage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backlog clarification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The risk is not only bad output. The risk is bad working habits.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trusting fluent output too quickly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using AI on unfamiliar work without slowing down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treating prompt counts as success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skipping verification because the draft looks polished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Better delivery flow without sacrificing engineering judgment.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debugging and code understanding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backlog quality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testing and design exploration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preserved mastery and apprenticeship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Start with one real workflow and one verification habit.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pick one bounded workflow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define how you will verify the output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compare what helped and what created 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This is the introduction, not the whole system.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Go deeper with: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one-pager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executive deck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workshop 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operating model for AI enablement in software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